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AC057D-AEAE-46F3-8776-E84677929DEE}">
  <a:tblStyle styleId="{1AAC057D-AEAE-46F3-8776-E84677929D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Nunit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e21e3ffff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e21e3ffff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8e21e3ffff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8e21e3ffff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e21e3ffff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e21e3ffff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e21e3ffff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e21e3ffff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8e21e3ffff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8e21e3ffff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e21e3ffff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e21e3ffff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e21e3ffff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e21e3ffff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8e21e3ffff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8e21e3ffff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8e21e3ffff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8e21e3ffff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8e21e3ffff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8e21e3ffff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8e21e3ffff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8e21e3ffff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8e21e3ffff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8e21e3ffff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e21e3fff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e21e3fff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8e21e3ffff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8e21e3ffff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8e21e3ffff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8e21e3ffff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8e21e3ffff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8e21e3ffff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8e21e3fff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8e21e3fff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8e21e3ffff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8e21e3ffff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e21e3ffff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e21e3ffff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LIBRARY MANAGEMENT SYSTEM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819150" y="3721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Database Architecture</a:t>
            </a:r>
            <a:endParaRPr/>
          </a:p>
        </p:txBody>
      </p:sp>
      <p:pic>
        <p:nvPicPr>
          <p:cNvPr id="134" name="Google Shape;13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1400" y="1076975"/>
            <a:ext cx="6062099" cy="351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776800" y="5386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ACCESS RIGHTS FOR DIFFERENT ACTORS</a:t>
            </a:r>
            <a:endParaRPr sz="2800"/>
          </a:p>
        </p:txBody>
      </p:sp>
      <p:graphicFrame>
        <p:nvGraphicFramePr>
          <p:cNvPr id="140" name="Google Shape;140;p15"/>
          <p:cNvGraphicFramePr/>
          <p:nvPr/>
        </p:nvGraphicFramePr>
        <p:xfrm>
          <a:off x="1600175" y="169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{1AAC057D-AEAE-46F3-8776-E84677929DEE}</a:tableStyleId>
              </a:tblPr>
              <a:tblGrid>
                <a:gridCol w="1188725"/>
                <a:gridCol w="1188725"/>
                <a:gridCol w="1188725"/>
                <a:gridCol w="1188725"/>
                <a:gridCol w="1188725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Member_Events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Book_Events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Member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Book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Library Staff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Read/Write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Read/Write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Read/Write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Read/Write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Read/Write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Read/Write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Supplier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Read/Write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Read/Write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>
            <p:ph type="title"/>
          </p:nvPr>
        </p:nvSpPr>
        <p:spPr>
          <a:xfrm>
            <a:off x="754575" y="3793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650" y="948300"/>
            <a:ext cx="7616651" cy="3533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 txBox="1"/>
          <p:nvPr>
            <p:ph type="title"/>
          </p:nvPr>
        </p:nvSpPr>
        <p:spPr>
          <a:xfrm>
            <a:off x="819150" y="2932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 Prompt</a:t>
            </a:r>
            <a:endParaRPr/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650" y="1190825"/>
            <a:ext cx="6296700" cy="344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819150" y="250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for USERTYPE</a:t>
            </a:r>
            <a:endParaRPr/>
          </a:p>
        </p:txBody>
      </p:sp>
      <p:pic>
        <p:nvPicPr>
          <p:cNvPr id="158" name="Google Shape;1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2800" y="939750"/>
            <a:ext cx="6734300" cy="37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 txBox="1"/>
          <p:nvPr>
            <p:ph type="title"/>
          </p:nvPr>
        </p:nvSpPr>
        <p:spPr>
          <a:xfrm>
            <a:off x="819150" y="250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USERTYPE 1: Library Staff Operations</a:t>
            </a:r>
            <a:endParaRPr/>
          </a:p>
        </p:txBody>
      </p:sp>
      <p:pic>
        <p:nvPicPr>
          <p:cNvPr id="164" name="Google Shape;16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050" y="870325"/>
            <a:ext cx="7904175" cy="383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/>
          <p:nvPr>
            <p:ph type="title"/>
          </p:nvPr>
        </p:nvSpPr>
        <p:spPr>
          <a:xfrm>
            <a:off x="819150" y="250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USERTYPE 2: User Operations</a:t>
            </a:r>
            <a:endParaRPr/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775" y="976950"/>
            <a:ext cx="7729900" cy="362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819150" y="250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USERTYPE 3: Supplier Operati</a:t>
            </a:r>
            <a:r>
              <a:rPr lang="en"/>
              <a:t>on</a:t>
            </a:r>
            <a:r>
              <a:rPr lang="en"/>
              <a:t>s</a:t>
            </a:r>
            <a:endParaRPr/>
          </a:p>
        </p:txBody>
      </p:sp>
      <p:pic>
        <p:nvPicPr>
          <p:cNvPr id="176" name="Google Shape;1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000" y="1111925"/>
            <a:ext cx="7734850" cy="35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Copy Book Operation</a:t>
            </a:r>
            <a:endParaRPr/>
          </a:p>
        </p:txBody>
      </p:sp>
      <p:pic>
        <p:nvPicPr>
          <p:cNvPr id="182" name="Google Shape;1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275" y="869375"/>
            <a:ext cx="7505700" cy="360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</a:t>
            </a:r>
            <a:r>
              <a:rPr lang="en"/>
              <a:t> Book Operation</a:t>
            </a:r>
            <a:endParaRPr/>
          </a:p>
        </p:txBody>
      </p:sp>
      <p:pic>
        <p:nvPicPr>
          <p:cNvPr id="188" name="Google Shape;18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50" y="840675"/>
            <a:ext cx="7688375" cy="35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 Reserved </a:t>
            </a:r>
            <a:r>
              <a:rPr lang="en"/>
              <a:t>Operation</a:t>
            </a:r>
            <a:endParaRPr/>
          </a:p>
        </p:txBody>
      </p:sp>
      <p:pic>
        <p:nvPicPr>
          <p:cNvPr id="194" name="Google Shape;1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575" y="890900"/>
            <a:ext cx="7926875" cy="37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5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Book Operation</a:t>
            </a:r>
            <a:endParaRPr/>
          </a:p>
        </p:txBody>
      </p:sp>
      <p:pic>
        <p:nvPicPr>
          <p:cNvPr id="200" name="Google Shape;2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50" y="833500"/>
            <a:ext cx="7860551" cy="38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APPLY FOR MEMBERSHIP Operation</a:t>
            </a:r>
            <a:endParaRPr/>
          </a:p>
        </p:txBody>
      </p:sp>
      <p:pic>
        <p:nvPicPr>
          <p:cNvPr id="206" name="Google Shape;2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50" y="755575"/>
            <a:ext cx="7872399" cy="39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Events</a:t>
            </a:r>
            <a:r>
              <a:rPr lang="en"/>
              <a:t> Operation</a:t>
            </a:r>
            <a:endParaRPr/>
          </a:p>
        </p:txBody>
      </p:sp>
      <p:pic>
        <p:nvPicPr>
          <p:cNvPr id="212" name="Google Shape;21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775" y="882575"/>
            <a:ext cx="7665199" cy="3856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Borrow</a:t>
            </a:r>
            <a:r>
              <a:rPr lang="en"/>
              <a:t> Book Operation</a:t>
            </a:r>
            <a:endParaRPr/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300" y="861400"/>
            <a:ext cx="7766600" cy="37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Lend Book</a:t>
            </a:r>
            <a:r>
              <a:rPr lang="en"/>
              <a:t> Operation</a:t>
            </a:r>
            <a:endParaRPr/>
          </a:p>
        </p:txBody>
      </p:sp>
      <p:pic>
        <p:nvPicPr>
          <p:cNvPr id="224" name="Google Shape;2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75" y="787300"/>
            <a:ext cx="7861825" cy="39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Return</a:t>
            </a:r>
            <a:r>
              <a:rPr lang="en"/>
              <a:t> Book Operation</a:t>
            </a:r>
            <a:endParaRPr/>
          </a:p>
        </p:txBody>
      </p:sp>
      <p:pic>
        <p:nvPicPr>
          <p:cNvPr id="230" name="Google Shape;23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50" y="914300"/>
            <a:ext cx="8084074" cy="374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Return</a:t>
            </a:r>
            <a:r>
              <a:rPr lang="en"/>
              <a:t> Book Operation</a:t>
            </a:r>
            <a:endParaRPr/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975" y="850825"/>
            <a:ext cx="7967674" cy="374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761775" y="1354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Sell Book</a:t>
            </a:r>
            <a:r>
              <a:rPr lang="en"/>
              <a:t> Operation</a:t>
            </a:r>
            <a:endParaRPr/>
          </a:p>
        </p:txBody>
      </p:sp>
      <p:pic>
        <p:nvPicPr>
          <p:cNvPr id="242" name="Google Shape;24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797900"/>
            <a:ext cx="7819499" cy="37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